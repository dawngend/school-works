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taVizFinalProject_17840023695970/Dashboard3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8B7C79F-4351-4664-8C4A-27860B5DBE3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DataViz Final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066CBD6-4677-4FFA-AB2D-E7A0DBF75D3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7/14/2026 4:19:56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3" id="2" name="slide2">
            <a:extLst>
              <a:ext uri="{FF2B5EF4-FFF2-40B4-BE49-F238E27FC236}">
                <a16:creationId xmlns:a16="http://schemas.microsoft.com/office/drawing/2014/main" id="{E45D2A32-FB51-4BA3-BFE9-6B9AFB2F44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137" y="504825"/>
            <a:ext cx="618172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2026-07-14T04:19:56Z</dcterms:created>
  <dcterms:modified xsi:type="dcterms:W3CDTF">2026-07-14T04:19:56Z</dcterms:modified>
</cp:coreProperties>
</file>